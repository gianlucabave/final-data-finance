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9" r:id="rId10"/>
    <p:sldId id="264" r:id="rId11"/>
    <p:sldId id="266" r:id="rId12"/>
    <p:sldId id="268" r:id="rId13"/>
    <p:sldId id="267" r:id="rId1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Optimize for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loses the whole loan; a wrong rejection loses only some interest — so tune the cutoff to minimise expected € loss, not the error count.</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Our cutoff gives a yes/no, but the score isn't a true probability. Calibrate it so a lender can price loans and hold capital on a real default rate.</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Give every decision a reason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ECOA law requires telling a rejected applicant why. Add a per-decision explanation (SHAP) so every call is transparent and contestable.</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drift and bias</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Approval rates drifted down over the years — track live performance and retrain on schedule, and keep auditing for proxy bias since we dropped race &amp; religion.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13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930</TotalTime>
  <Words>2514</Words>
  <Application>Microsoft Macintosh PowerPoint</Application>
  <PresentationFormat>Custom</PresentationFormat>
  <Paragraphs>254</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5</cp:revision>
  <dcterms:created xsi:type="dcterms:W3CDTF">2026-06-16T18:58:41Z</dcterms:created>
  <dcterms:modified xsi:type="dcterms:W3CDTF">2026-06-17T12:08:44Z</dcterms:modified>
</cp:coreProperties>
</file>