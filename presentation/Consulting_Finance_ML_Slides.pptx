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0"/>
    <p:sldId id="264" r:id="rId11"/>
    <p:sldId id="268" r:id="rId12"/>
    <p:sldId id="267" r:id="rId1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varScale="1">
        <p:scale>
          <a:sx n="85" d="100"/>
          <a:sy n="85"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a:lnSpc>
                <a:spcPct val="112000"/>
              </a:lnSpc>
            </a:pPr>
            <a:r>
              <a:rPr lang="en-US" sz="3600" b="1" kern="0" spc="-37" dirty="0">
                <a:solidFill>
                  <a:srgbClr val="063D22"/>
                </a:solidFill>
                <a:latin typeface="Arial" pitchFamily="34" charset="0"/>
                <a:ea typeface="Arial" pitchFamily="34" charset="-122"/>
                <a:cs typeface="Arial" pitchFamily="34" charset="-120"/>
              </a:rPr>
              <a:t>The rigged data - we hunted the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822343" y="5067858"/>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822343" y="6383290"/>
            <a:ext cx="704627" cy="19050"/>
          </a:xfrm>
          <a:prstGeom prst="rect">
            <a:avLst/>
          </a:prstGeom>
          <a:solidFill>
            <a:srgbClr val="1A7A57"/>
          </a:solidFill>
          <a:ln/>
        </p:spPr>
        <p:txBody>
          <a:bodyPr/>
          <a:lstStyle/>
          <a:p>
            <a:endParaRPr/>
          </a:p>
        </p:txBody>
      </p:sp>
      <p:sp>
        <p:nvSpPr>
          <p:cNvPr id="7" name="Text 5"/>
          <p:cNvSpPr/>
          <p:nvPr/>
        </p:nvSpPr>
        <p:spPr>
          <a:xfrm>
            <a:off x="936643" y="6011815"/>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526970" y="6383290"/>
            <a:ext cx="5770736" cy="19050"/>
          </a:xfrm>
          <a:prstGeom prst="rect">
            <a:avLst/>
          </a:prstGeom>
          <a:solidFill>
            <a:srgbClr val="1A7A57"/>
          </a:solidFill>
          <a:ln/>
        </p:spPr>
        <p:txBody>
          <a:bodyPr/>
          <a:lstStyle/>
          <a:p>
            <a:endParaRPr/>
          </a:p>
        </p:txBody>
      </p:sp>
      <p:sp>
        <p:nvSpPr>
          <p:cNvPr id="9" name="Text 7"/>
          <p:cNvSpPr/>
          <p:nvPr/>
        </p:nvSpPr>
        <p:spPr>
          <a:xfrm>
            <a:off x="1641270" y="6011815"/>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297706" y="6383290"/>
            <a:ext cx="1164357" cy="19050"/>
          </a:xfrm>
          <a:prstGeom prst="rect">
            <a:avLst/>
          </a:prstGeom>
          <a:solidFill>
            <a:srgbClr val="1A7A57"/>
          </a:solidFill>
          <a:ln/>
        </p:spPr>
        <p:txBody>
          <a:bodyPr/>
          <a:lstStyle/>
          <a:p>
            <a:endParaRPr/>
          </a:p>
        </p:txBody>
      </p:sp>
      <p:sp>
        <p:nvSpPr>
          <p:cNvPr id="11" name="Text 9"/>
          <p:cNvSpPr/>
          <p:nvPr/>
        </p:nvSpPr>
        <p:spPr>
          <a:xfrm>
            <a:off x="7335806" y="6011815"/>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462063" y="6383290"/>
            <a:ext cx="1394520" cy="19050"/>
          </a:xfrm>
          <a:prstGeom prst="rect">
            <a:avLst/>
          </a:prstGeom>
          <a:solidFill>
            <a:srgbClr val="1A7A57"/>
          </a:solidFill>
          <a:ln/>
        </p:spPr>
        <p:txBody>
          <a:bodyPr/>
          <a:lstStyle/>
          <a:p>
            <a:endParaRPr/>
          </a:p>
        </p:txBody>
      </p:sp>
      <p:sp>
        <p:nvSpPr>
          <p:cNvPr id="13" name="Text 11"/>
          <p:cNvSpPr/>
          <p:nvPr/>
        </p:nvSpPr>
        <p:spPr>
          <a:xfrm>
            <a:off x="8500163" y="6011815"/>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856582" y="6383290"/>
            <a:ext cx="1011287" cy="19050"/>
          </a:xfrm>
          <a:prstGeom prst="rect">
            <a:avLst/>
          </a:prstGeom>
          <a:solidFill>
            <a:srgbClr val="1A7A57"/>
          </a:solidFill>
          <a:ln/>
        </p:spPr>
        <p:txBody>
          <a:bodyPr/>
          <a:lstStyle/>
          <a:p>
            <a:endParaRPr/>
          </a:p>
        </p:txBody>
      </p:sp>
      <p:sp>
        <p:nvSpPr>
          <p:cNvPr id="15" name="Text 13"/>
          <p:cNvSpPr/>
          <p:nvPr/>
        </p:nvSpPr>
        <p:spPr>
          <a:xfrm>
            <a:off x="9894682" y="6011815"/>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822343" y="6892877"/>
            <a:ext cx="704627" cy="9525"/>
          </a:xfrm>
          <a:prstGeom prst="rect">
            <a:avLst/>
          </a:prstGeom>
          <a:solidFill>
            <a:srgbClr val="D2E6DD"/>
          </a:solidFill>
          <a:ln/>
        </p:spPr>
        <p:txBody>
          <a:bodyPr/>
          <a:lstStyle/>
          <a:p>
            <a:endParaRPr/>
          </a:p>
        </p:txBody>
      </p:sp>
      <p:sp>
        <p:nvSpPr>
          <p:cNvPr id="17" name="Text 15"/>
          <p:cNvSpPr/>
          <p:nvPr/>
        </p:nvSpPr>
        <p:spPr>
          <a:xfrm>
            <a:off x="936643" y="6507115"/>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526970" y="6892877"/>
            <a:ext cx="5770736" cy="9525"/>
          </a:xfrm>
          <a:prstGeom prst="rect">
            <a:avLst/>
          </a:prstGeom>
          <a:solidFill>
            <a:srgbClr val="D2E6DD"/>
          </a:solidFill>
          <a:ln/>
        </p:spPr>
        <p:txBody>
          <a:bodyPr/>
          <a:lstStyle/>
          <a:p>
            <a:endParaRPr/>
          </a:p>
        </p:txBody>
      </p:sp>
      <p:sp>
        <p:nvSpPr>
          <p:cNvPr id="19" name="Text 17"/>
          <p:cNvSpPr/>
          <p:nvPr/>
        </p:nvSpPr>
        <p:spPr>
          <a:xfrm>
            <a:off x="1641270" y="6507115"/>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297706" y="6892877"/>
            <a:ext cx="1164357" cy="9525"/>
          </a:xfrm>
          <a:prstGeom prst="rect">
            <a:avLst/>
          </a:prstGeom>
          <a:solidFill>
            <a:srgbClr val="D2E6DD"/>
          </a:solidFill>
          <a:ln/>
        </p:spPr>
        <p:txBody>
          <a:bodyPr/>
          <a:lstStyle/>
          <a:p>
            <a:endParaRPr/>
          </a:p>
        </p:txBody>
      </p:sp>
      <p:sp>
        <p:nvSpPr>
          <p:cNvPr id="21" name="Text 19"/>
          <p:cNvSpPr/>
          <p:nvPr/>
        </p:nvSpPr>
        <p:spPr>
          <a:xfrm>
            <a:off x="7335806" y="6507115"/>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462063" y="6892877"/>
            <a:ext cx="1394520" cy="9525"/>
          </a:xfrm>
          <a:prstGeom prst="rect">
            <a:avLst/>
          </a:prstGeom>
          <a:solidFill>
            <a:srgbClr val="D2E6DD"/>
          </a:solidFill>
          <a:ln/>
        </p:spPr>
        <p:txBody>
          <a:bodyPr/>
          <a:lstStyle/>
          <a:p>
            <a:endParaRPr/>
          </a:p>
        </p:txBody>
      </p:sp>
      <p:sp>
        <p:nvSpPr>
          <p:cNvPr id="23" name="Text 21"/>
          <p:cNvSpPr/>
          <p:nvPr/>
        </p:nvSpPr>
        <p:spPr>
          <a:xfrm>
            <a:off x="8500163" y="6507115"/>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856582" y="6892877"/>
            <a:ext cx="1011287" cy="9525"/>
          </a:xfrm>
          <a:prstGeom prst="rect">
            <a:avLst/>
          </a:prstGeom>
          <a:solidFill>
            <a:srgbClr val="D2E6DD"/>
          </a:solidFill>
          <a:ln/>
        </p:spPr>
        <p:txBody>
          <a:bodyPr/>
          <a:lstStyle/>
          <a:p>
            <a:endParaRPr/>
          </a:p>
        </p:txBody>
      </p:sp>
      <p:sp>
        <p:nvSpPr>
          <p:cNvPr id="25" name="Text 23"/>
          <p:cNvSpPr/>
          <p:nvPr/>
        </p:nvSpPr>
        <p:spPr>
          <a:xfrm>
            <a:off x="9894682" y="6507115"/>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822343" y="6902402"/>
            <a:ext cx="10045526" cy="528638"/>
          </a:xfrm>
          <a:prstGeom prst="rect">
            <a:avLst/>
          </a:prstGeom>
          <a:solidFill>
            <a:srgbClr val="E6F5EF"/>
          </a:solidFill>
          <a:ln/>
        </p:spPr>
        <p:txBody>
          <a:bodyPr/>
          <a:lstStyle/>
          <a:p>
            <a:endParaRPr/>
          </a:p>
        </p:txBody>
      </p:sp>
      <p:sp>
        <p:nvSpPr>
          <p:cNvPr id="27" name="Shape 25"/>
          <p:cNvSpPr/>
          <p:nvPr/>
        </p:nvSpPr>
        <p:spPr>
          <a:xfrm>
            <a:off x="822343" y="7421515"/>
            <a:ext cx="704627" cy="9525"/>
          </a:xfrm>
          <a:prstGeom prst="rect">
            <a:avLst/>
          </a:prstGeom>
          <a:solidFill>
            <a:srgbClr val="D2E6DD"/>
          </a:solidFill>
          <a:ln/>
        </p:spPr>
        <p:txBody>
          <a:bodyPr/>
          <a:lstStyle/>
          <a:p>
            <a:endParaRPr/>
          </a:p>
        </p:txBody>
      </p:sp>
      <p:sp>
        <p:nvSpPr>
          <p:cNvPr id="28" name="Text 26"/>
          <p:cNvSpPr/>
          <p:nvPr/>
        </p:nvSpPr>
        <p:spPr>
          <a:xfrm>
            <a:off x="936643" y="7007177"/>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526970" y="7421515"/>
            <a:ext cx="5770736" cy="9525"/>
          </a:xfrm>
          <a:prstGeom prst="rect">
            <a:avLst/>
          </a:prstGeom>
          <a:solidFill>
            <a:srgbClr val="D2E6DD"/>
          </a:solidFill>
          <a:ln/>
        </p:spPr>
        <p:txBody>
          <a:bodyPr/>
          <a:lstStyle/>
          <a:p>
            <a:endParaRPr/>
          </a:p>
        </p:txBody>
      </p:sp>
      <p:sp>
        <p:nvSpPr>
          <p:cNvPr id="30" name="Text 28"/>
          <p:cNvSpPr/>
          <p:nvPr/>
        </p:nvSpPr>
        <p:spPr>
          <a:xfrm>
            <a:off x="1641270" y="7007177"/>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297706" y="7421515"/>
            <a:ext cx="1164357" cy="9525"/>
          </a:xfrm>
          <a:prstGeom prst="rect">
            <a:avLst/>
          </a:prstGeom>
          <a:solidFill>
            <a:srgbClr val="D2E6DD"/>
          </a:solidFill>
          <a:ln/>
        </p:spPr>
        <p:txBody>
          <a:bodyPr/>
          <a:lstStyle/>
          <a:p>
            <a:endParaRPr/>
          </a:p>
        </p:txBody>
      </p:sp>
      <p:sp>
        <p:nvSpPr>
          <p:cNvPr id="32" name="Text 30"/>
          <p:cNvSpPr/>
          <p:nvPr/>
        </p:nvSpPr>
        <p:spPr>
          <a:xfrm>
            <a:off x="7335806" y="7007177"/>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462063" y="7421515"/>
            <a:ext cx="1394520" cy="9525"/>
          </a:xfrm>
          <a:prstGeom prst="rect">
            <a:avLst/>
          </a:prstGeom>
          <a:solidFill>
            <a:srgbClr val="D2E6DD"/>
          </a:solidFill>
          <a:ln/>
        </p:spPr>
        <p:txBody>
          <a:bodyPr/>
          <a:lstStyle/>
          <a:p>
            <a:endParaRPr/>
          </a:p>
        </p:txBody>
      </p:sp>
      <p:sp>
        <p:nvSpPr>
          <p:cNvPr id="34" name="Text 32"/>
          <p:cNvSpPr/>
          <p:nvPr/>
        </p:nvSpPr>
        <p:spPr>
          <a:xfrm>
            <a:off x="8500163" y="7007177"/>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856582" y="7421515"/>
            <a:ext cx="1011287" cy="9525"/>
          </a:xfrm>
          <a:prstGeom prst="rect">
            <a:avLst/>
          </a:prstGeom>
          <a:solidFill>
            <a:srgbClr val="D2E6DD"/>
          </a:solidFill>
          <a:ln/>
        </p:spPr>
        <p:txBody>
          <a:bodyPr/>
          <a:lstStyle/>
          <a:p>
            <a:endParaRPr/>
          </a:p>
        </p:txBody>
      </p:sp>
      <p:sp>
        <p:nvSpPr>
          <p:cNvPr id="36" name="Text 34"/>
          <p:cNvSpPr/>
          <p:nvPr/>
        </p:nvSpPr>
        <p:spPr>
          <a:xfrm>
            <a:off x="9894682" y="7007177"/>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822343" y="7431040"/>
            <a:ext cx="10045526" cy="523875"/>
          </a:xfrm>
          <a:prstGeom prst="rect">
            <a:avLst/>
          </a:prstGeom>
          <a:solidFill>
            <a:srgbClr val="E6F5EF"/>
          </a:solidFill>
          <a:ln/>
        </p:spPr>
        <p:txBody>
          <a:bodyPr/>
          <a:lstStyle/>
          <a:p>
            <a:endParaRPr/>
          </a:p>
        </p:txBody>
      </p:sp>
      <p:sp>
        <p:nvSpPr>
          <p:cNvPr id="38" name="Text 36"/>
          <p:cNvSpPr/>
          <p:nvPr/>
        </p:nvSpPr>
        <p:spPr>
          <a:xfrm>
            <a:off x="936643" y="7535815"/>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641270" y="7535815"/>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335806" y="7535815"/>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500163" y="7535815"/>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9894682" y="7535815"/>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56" name="Text 54"/>
          <p:cNvSpPr/>
          <p:nvPr/>
        </p:nvSpPr>
        <p:spPr>
          <a:xfrm>
            <a:off x="11442509" y="5016365"/>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822343" y="2694776"/>
            <a:ext cx="15361920" cy="1632204"/>
          </a:xfrm>
          <a:prstGeom prst="rect">
            <a:avLst/>
          </a:prstGeom>
        </p:spPr>
      </p:pic>
      <p:pic>
        <p:nvPicPr>
          <p:cNvPr id="63" name="Picture 62" descr="deck_confusion.png"/>
          <p:cNvPicPr>
            <a:picLocks noChangeAspect="1"/>
          </p:cNvPicPr>
          <p:nvPr/>
        </p:nvPicPr>
        <p:blipFill>
          <a:blip r:embed="rId4"/>
          <a:stretch>
            <a:fillRect/>
          </a:stretch>
        </p:blipFill>
        <p:spPr>
          <a:xfrm>
            <a:off x="11475720" y="6035040"/>
            <a:ext cx="3611880" cy="3065578"/>
          </a:xfrm>
          <a:prstGeom prst="rect">
            <a:avLst/>
          </a:prstGeom>
        </p:spPr>
      </p:pic>
      <p:sp>
        <p:nvSpPr>
          <p:cNvPr id="64" name="TextBox 63"/>
          <p:cNvSpPr txBox="1"/>
          <p:nvPr/>
        </p:nvSpPr>
        <p:spPr>
          <a:xfrm>
            <a:off x="11475720" y="9098280"/>
            <a:ext cx="5852160" cy="365760"/>
          </a:xfrm>
          <a:prstGeom prst="rect">
            <a:avLst/>
          </a:prstGeom>
          <a:noFill/>
        </p:spPr>
        <p:txBody>
          <a:bodyPr wrap="none">
            <a:spAutoFit/>
          </a:bodyPr>
          <a:lstStyle/>
          <a:p>
            <a:r>
              <a:rPr sz="1300">
                <a:solidFill>
                  <a:srgbClr val="5C7268"/>
                </a:solidFill>
                <a:latin typeface="Arial"/>
              </a:rPr>
              <a:t>Errors are balanced - the model favours neither approve nor reject.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1048</TotalTime>
  <Words>2203</Words>
  <Application>Microsoft Macintosh PowerPoint</Application>
  <PresentationFormat>Custom</PresentationFormat>
  <Paragraphs>221</Paragraphs>
  <Slides>12</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7</cp:revision>
  <dcterms:created xsi:type="dcterms:W3CDTF">2026-06-16T18:58:41Z</dcterms:created>
  <dcterms:modified xsi:type="dcterms:W3CDTF">2026-06-17T14:26:34Z</dcterms:modified>
</cp:coreProperties>
</file>