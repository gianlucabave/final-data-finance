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a:lnSpc>
                <a:spcPct val="112000"/>
              </a:lnSpc>
            </a:pPr>
            <a:r>
              <a:rPr lang="en-US" sz="3600" b="1" kern="0" spc="-37" dirty="0">
                <a:solidFill>
                  <a:srgbClr val="063D22"/>
                </a:solidFill>
                <a:latin typeface="Arial" pitchFamily="34" charset="0"/>
                <a:ea typeface="Arial" pitchFamily="34" charset="-122"/>
                <a:cs typeface="Arial" pitchFamily="34" charset="-120"/>
              </a:rPr>
              <a:t>The rigged data - we hunted the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pic>
        <p:nvPicPr>
          <p:cNvPr id="63" name="Picture 62" descr="deck_confusion.png"/>
          <p:cNvPicPr>
            <a:picLocks noChangeAspect="1"/>
          </p:cNvPicPr>
          <p:nvPr/>
        </p:nvPicPr>
        <p:blipFill>
          <a:blip r:embed="rId4"/>
          <a:stretch>
            <a:fillRect/>
          </a:stretch>
        </p:blipFill>
        <p:spPr>
          <a:xfrm>
            <a:off x="11475720" y="6035040"/>
            <a:ext cx="3611880" cy="3065578"/>
          </a:xfrm>
          <a:prstGeom prst="rect">
            <a:avLst/>
          </a:prstGeom>
        </p:spPr>
      </p:pic>
      <p:sp>
        <p:nvSpPr>
          <p:cNvPr id="64" name="TextBox 63"/>
          <p:cNvSpPr txBox="1"/>
          <p:nvPr/>
        </p:nvSpPr>
        <p:spPr>
          <a:xfrm>
            <a:off x="11475720" y="9098280"/>
            <a:ext cx="5852160" cy="365760"/>
          </a:xfrm>
          <a:prstGeom prst="rect">
            <a:avLst/>
          </a:prstGeom>
          <a:noFill/>
        </p:spPr>
        <p:txBody>
          <a:bodyPr wrap="none">
            <a:spAutoFit/>
          </a:bodyPr>
          <a:lstStyle/>
          <a:p>
            <a:r>
              <a:rPr sz="1300">
                <a:solidFill>
                  <a:srgbClr val="5C7268"/>
                </a:solidFill>
                <a:latin typeface="Arial"/>
              </a:rPr>
              <a:t>Errors are balanced - the model favours neither approve nor reject.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1035</TotalTime>
  <Words>2222</Words>
  <Application>Microsoft Macintosh PowerPoint</Application>
  <PresentationFormat>Custom</PresentationFormat>
  <Paragraphs>222</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7</cp:revision>
  <dcterms:created xsi:type="dcterms:W3CDTF">2026-06-16T18:58:41Z</dcterms:created>
  <dcterms:modified xsi:type="dcterms:W3CDTF">2026-06-17T14:08:00Z</dcterms:modified>
</cp:coreProperties>
</file>