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920</TotalTime>
  <Words>2545</Words>
  <Application>Microsoft Macintosh PowerPoint</Application>
  <PresentationFormat>Custom</PresentationFormat>
  <Paragraphs>271</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2026-06-17T11:50:02Z</dcterms:modified>
</cp:coreProperties>
</file>